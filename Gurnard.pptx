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9E7F9-475F-BB47-DABA-C110C8337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14CB44-30F7-212B-CAEB-F620706F0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98559-B62E-6ADD-2C72-905198A20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B55C-83DD-44DF-B20D-990B74D72AA5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57BA2-F2A2-BB5C-0717-BA09B0E4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9CC67-9390-7FE3-9CA4-D8D589467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F7A05-65A2-4940-BC93-1369C0C082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3647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7D0A3-7A14-61F6-1852-AF4AD2200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34E37-8D26-1056-E217-F67E7E384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E7E32-7901-1DC7-F183-505ABC62F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B55C-83DD-44DF-B20D-990B74D72AA5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B0674-3BF9-2D51-6396-5CA3B4D0A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6C3F2-CA92-EA87-C428-59DEF17BD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F7A05-65A2-4940-BC93-1369C0C082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62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BA710-79A3-4C9D-82F3-15A75EDBE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14C35-CA0D-3025-38EF-D4DBD8C33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C7FC5-A15A-D2B3-3A36-E49891E36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B55C-83DD-44DF-B20D-990B74D72AA5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B9EA6-4CDC-994C-9309-8A6E99007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D5BC1-4752-E421-16F0-3772E3227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F7A05-65A2-4940-BC93-1369C0C082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460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D1316-C610-0812-454D-46DA29F16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997D4-08CC-602E-3AF0-069AD3581C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11699-A499-DD89-5323-5AF3AD24C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3F760-E74D-08FE-A348-6A944A493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B55C-83DD-44DF-B20D-990B74D72AA5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9BE83-D695-8A54-CA80-8A51D1298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462C1-C2DE-123B-8DEC-0FEBA6088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F7A05-65A2-4940-BC93-1369C0C082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9965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2D819-0D40-5C21-6D6F-E0A186086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64F2F-BFD0-155E-83EF-4D2719090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B12AD-4083-A47E-C71B-9E23759B7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D70FB8-274C-BA98-0A80-D035990DFB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EF8D28-90B6-77A2-678C-598CAE2E97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848879-2DF9-AF88-7EB8-B483990F8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B55C-83DD-44DF-B20D-990B74D72AA5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DEBD8B-FC22-1E56-D5BB-F8A6B6338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FD067C-7A82-1C93-D4B0-352C09F7D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F7A05-65A2-4940-BC93-1369C0C082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1934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E7293-43B2-291A-0AFE-E909BBF85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B125CC-CCA5-DE20-0908-9D897D3B5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B55C-83DD-44DF-B20D-990B74D72AA5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D6EE18-374A-DBA3-4814-048A98D6F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071076-A3C2-2C64-FAA2-5D4F9797E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F7A05-65A2-4940-BC93-1369C0C082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9593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7C952C-5F4C-4272-1ED5-716347AC4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B55C-83DD-44DF-B20D-990B74D72AA5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A1B5E3-39E6-0736-13AD-5C8BE4B25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DFB0E-A5B3-F7DB-E114-C93C6668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F7A05-65A2-4940-BC93-1369C0C082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506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467B-DF10-BC24-1A5E-98075E4F2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199B7-B014-6433-262F-B0E8023E3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201026-596B-72A5-F56E-D77E2DBB2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1C0D5-8301-DA9C-0117-017C3D885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B55C-83DD-44DF-B20D-990B74D72AA5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F5AE5-2BC0-5672-FE84-0DF86B78E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8106A-4893-0664-43F7-2C6112683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F7A05-65A2-4940-BC93-1369C0C082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0140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0F5A4-20C3-6D06-5D48-0DAD3EEEA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8CAAB5-56F7-7D72-BAE2-5D66CF0A8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D0857-7CF6-39C0-7F46-836252DEA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DA4A8-E730-7568-A711-3C255F025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B55C-83DD-44DF-B20D-990B74D72AA5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20815-F53F-C103-4274-4583721F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AD83E-2919-78B4-136B-C51FA1BB0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F7A05-65A2-4940-BC93-1369C0C082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1134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CBDF1-08D7-42EC-485C-C19EA8CF8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BEA9C0-DA14-029E-5B75-6D75FF243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D14BF-00FD-E8CB-A70E-23684A18A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B55C-83DD-44DF-B20D-990B74D72AA5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F48F9-20E8-C504-0ED7-F7A2769FB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896B3-6125-C197-01A0-C662F61A0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F7A05-65A2-4940-BC93-1369C0C082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9566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66550-F691-4816-54B5-0449D4881C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DFCFBE-9631-A36B-56B1-E161B305E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BCCC0-0336-B861-2DF8-4246599B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B55C-83DD-44DF-B20D-990B74D72AA5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F53C9-2751-6F38-DCE3-EC53EF41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C614F-6AAB-5B93-A1A4-14125C611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F7A05-65A2-4940-BC93-1369C0C082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0461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E8331E-3DAD-6507-A02F-23AEB90DC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FC107-FFAD-B798-220E-ED86D6160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3F893-E7B6-7619-53DE-58E8FD8330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8B55C-83DD-44DF-B20D-990B74D72AA5}" type="datetimeFigureOut">
              <a:rPr lang="en-GB" smtClean="0"/>
              <a:t>08/10/2025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F31D0-C119-314D-99FA-363E0FBD83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3C4C7-29B0-5B7C-320B-BE91D2CE41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F7A05-65A2-4940-BC93-1369C0C082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126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023663-A6EF-2594-D453-0413BBA394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7969" y="528232"/>
            <a:ext cx="6716062" cy="580153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449DBA3-31AD-6D77-1D1B-8CA313ACD084}"/>
              </a:ext>
            </a:extLst>
          </p:cNvPr>
          <p:cNvSpPr/>
          <p:nvPr/>
        </p:nvSpPr>
        <p:spPr>
          <a:xfrm rot="21300000">
            <a:off x="5389958" y="4461523"/>
            <a:ext cx="2617619" cy="6317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Declin 5° E</a:t>
            </a:r>
          </a:p>
          <a:p>
            <a:pPr algn="ctr"/>
            <a:r>
              <a:rPr lang="en-GB" dirty="0"/>
              <a:t>50.58° N, 1.30° W</a:t>
            </a:r>
          </a:p>
        </p:txBody>
      </p:sp>
    </p:spTree>
    <p:extLst>
      <p:ext uri="{BB962C8B-B14F-4D97-AF65-F5344CB8AC3E}">
        <p14:creationId xmlns:p14="http://schemas.microsoft.com/office/powerpoint/2010/main" val="3162452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9624D-0D2B-A5D2-9163-7F9D173C0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79F00D-60D4-70B8-AC7A-F51E0F8E4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952311" y="575864"/>
            <a:ext cx="6287377" cy="57062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429324-8363-AD8E-B8F6-8A6CAA6925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580" y="4024036"/>
            <a:ext cx="2047025" cy="1995203"/>
          </a:xfrm>
          <a:prstGeom prst="rect">
            <a:avLst/>
          </a:prstGeom>
          <a:solidFill>
            <a:schemeClr val="bg1">
              <a:alpha val="29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982595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1543</TotalTime>
  <Words>11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Hodgson</dc:creator>
  <cp:lastModifiedBy>Andrew Hodgson</cp:lastModifiedBy>
  <cp:revision>3</cp:revision>
  <dcterms:created xsi:type="dcterms:W3CDTF">2025-10-08T06:25:28Z</dcterms:created>
  <dcterms:modified xsi:type="dcterms:W3CDTF">2025-10-09T08:44:43Z</dcterms:modified>
</cp:coreProperties>
</file>